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436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808779-C00C-499B-B244-495E19520A08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436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6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0B3ABF-6411-42AD-8897-35A8BBDE485A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63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63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3A4AA2-8B7F-4F61-B854-FCD4CC68BA96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e texto vertica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725680" y="365040"/>
            <a:ext cx="26290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460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FC268C-67D6-42D2-95FD-67B45D4AE1DC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63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63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78EC1D-A3B9-4DA9-B12E-9818F78763D7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632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632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07D37C-B51D-4323-AD4C-E9F220E39C1F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63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48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172560" y="1825560"/>
            <a:ext cx="518148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872873-B697-4BD3-9E3A-AB2786BC953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63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7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7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560" y="1681200"/>
            <a:ext cx="518328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560" y="2505240"/>
            <a:ext cx="518328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7C2CDC-BA27-4413-8CB5-64ADFCEFB2A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632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13C33F-82A0-43D3-AC69-9EE1BF2E0A06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30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74897B-243D-4137-A773-7390C30DDCA8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228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256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228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3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AA1A2-09ED-488E-83A9-9C0928A7580B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228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256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228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6"/>
          </p:nvPr>
        </p:nvSpPr>
        <p:spPr>
          <a:xfrm>
            <a:off x="8611200" y="635652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C804D5-5729-4A1C-8104-F819225FD3C1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436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Kickoff de projeto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436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Pitch definitivo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LibreOffice/26.2.1.2$Windows_X86_64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2026-04-08T22:47:33Z</dcterms:created>
  <dc:creator/>
  <dc:description/>
  <dc:language>pt-BR</dc:language>
  <cp:lastModifiedBy/>
  <dcterms:modified xsi:type="dcterms:W3CDTF">2026-04-08T20:14:22Z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