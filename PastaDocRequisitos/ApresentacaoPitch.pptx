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FE451-C578-06F1-0288-8CF5A015BC04}" v="30" dt="2026-04-08T22:50: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Kickoff de </a:t>
            </a:r>
            <a:r>
              <a:rPr lang="de-DE" err="1"/>
              <a:t>projeto</a:t>
            </a:r>
            <a:endParaRPr lang="de-DE" dirty="0" err="1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Pitch </a:t>
            </a:r>
            <a:r>
              <a:rPr lang="de-DE" dirty="0" err="1"/>
              <a:t>preliminar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Kickoff de projeto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2026-04-08T22:47:33Z</dcterms:created>
  <dcterms:modified xsi:type="dcterms:W3CDTF">2026-04-08T22:50:32Z</dcterms:modified>
</cp:coreProperties>
</file>